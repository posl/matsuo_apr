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7"/>
  </p:normalViewPr>
  <p:slideViewPr>
    <p:cSldViewPr snapToGrid="0" snapToObjects="1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5A05A0-E668-1344-A6C1-8A809E59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89CCE8-E37E-004C-898C-A70D0F0B6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2DDAAA-75FC-904A-9D5D-2563BC6C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38632D-B007-0B4D-AD51-4F177BBF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AA6FDA-B81C-474A-8C00-C7A31BF4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5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5EB26-F8B6-0B4D-8BFF-0F488DF2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FE7F47-8B79-1844-A55E-391CD090B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EC3CAF-54CC-CC43-BE43-4BD2D80A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A35DC6-C19B-D140-A5A2-53A1C2A1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277FCD-1E87-F54D-AA8A-62F75138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07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18A6E-B26B-0244-BA1A-54AE1023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05C950-C591-F744-B1FD-501BB4D72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1F8011-28C8-A641-99D4-123BFC3C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4B71D7-51B6-AF48-B743-FF8BCF52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FC4976-4A43-D84C-A593-5FC0D213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467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8C398-BE3F-5F4F-83D6-53C97AB5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F6534D-3476-174F-B833-BEC543AA7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B86197-A185-7745-B511-6E1FF55F7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EE3682-1F71-D84B-986A-53B86366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16FDC2-A43C-E34B-8925-B15479CF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F88D2C-C33C-C247-908A-7C89EBC8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18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C23428-2865-FB48-B5C0-CA9A7234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B8DD2C-4C9A-E24D-83A1-25F721A91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DA0449-37AA-D648-A743-D54AEE712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103390-F149-4143-A24F-6875EA118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F8F0D06-9A6C-8547-BFAE-B8B9A778E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91789F-9CC8-0149-9179-3F67A73A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CC4A63-4B0D-644B-9925-E4B8B714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41BF0E3-24C6-CE47-9AC7-D624B62C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67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56BD7A-1294-A44D-A679-8FA534F8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FD322E-27CC-7D4A-8E3A-64AD574B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E82BA8-80C5-AA4A-AE09-73F3F9DB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026603-1109-7D4C-AA0E-03B9B87D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46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A3A49B-79EE-EC4E-9989-21DCBB407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E0874FA-0C67-EA4D-B78C-636D1B42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660511-1E92-294C-A57D-040662D1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4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579BF9-83D4-4D4E-8952-2D9D1972B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79E2A7-564A-A34C-8ED4-857451E86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92CE85-3D3E-CB44-B111-61BF9B216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F193C0-243E-7947-91FA-4E9BFD12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499E09-6C31-3647-BA20-DCEA50FC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90041-C551-D649-BEA7-047BEEB1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79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3FEF2A-8275-144D-A96D-68EFD967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EFFCFBA-AEF5-4F45-9A67-B073278F0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113695-7ED7-7944-B3CB-9C86361E9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CB7C34-A209-1E4D-A2D4-62A7C5577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5A20D4-5959-F44F-BE1B-6440E965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86CC4B-528E-4048-A75E-00DC9649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396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84D78-EDCB-8745-BF07-5761FEF0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EB6EF5-967B-1243-A185-FE4D8D0EB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676E7B-F127-FE47-9647-CBAF6B78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3A4DA7-5FDE-A54E-8B02-E67C2153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319455-A2A9-BE4F-8231-8A5AB0DB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30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99E75C-6ADA-864D-BF06-48506343A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8B0319-736F-0742-807D-595A290FB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0682E8-B12B-ED4B-A8FE-99E5A00F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5D0AFD-CF5F-8D42-B1FF-924C276C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7D87F-9CCA-3B43-B713-17C0F247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04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4D993E-8F55-E444-B6EB-3F1437DC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769E6A-840F-C847-A089-AB44CC393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D8CE80-1427-E243-8D2E-4A53C853D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AD6C-D8E6-3F48-A86A-304D0E47F103}" type="datetimeFigureOut">
              <a:rPr kumimoji="1" lang="ja-JP" altLang="en-US" smtClean="0"/>
              <a:t>2021/5/11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949D6B-6760-2449-B262-2400F2C19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0843EF-13FA-1A4F-B3AF-C4300AC69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2BF56-16DB-6542-B89D-D5099948D3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49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48C2F60-40EF-FA4A-BD8B-05277802477F}"/>
              </a:ext>
            </a:extLst>
          </p:cNvPr>
          <p:cNvGrpSpPr/>
          <p:nvPr/>
        </p:nvGrpSpPr>
        <p:grpSpPr>
          <a:xfrm>
            <a:off x="2160622" y="400050"/>
            <a:ext cx="2031325" cy="1214437"/>
            <a:chOff x="60360" y="414338"/>
            <a:chExt cx="2031325" cy="1214437"/>
          </a:xfrm>
        </p:grpSpPr>
        <p:pic>
          <p:nvPicPr>
            <p:cNvPr id="3" name="グラフィックス 2" descr="ドキュメント 単色塗りつぶし">
              <a:extLst>
                <a:ext uri="{FF2B5EF4-FFF2-40B4-BE49-F238E27FC236}">
                  <a16:creationId xmlns:a16="http://schemas.microsoft.com/office/drawing/2014/main" id="{B476DF5D-2B69-B345-BD2C-FB94F2CCF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162" y="414338"/>
              <a:ext cx="914400" cy="914400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8B10C245-678A-CA46-A299-7F5AC00F2E75}"/>
                </a:ext>
              </a:extLst>
            </p:cNvPr>
            <p:cNvSpPr txBox="1"/>
            <p:nvPr/>
          </p:nvSpPr>
          <p:spPr>
            <a:xfrm>
              <a:off x="60360" y="1290221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/>
                <a:t>①学生のプログラム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BAC2035-1B16-3F42-AE5E-283ACD1F0B9D}"/>
              </a:ext>
            </a:extLst>
          </p:cNvPr>
          <p:cNvGrpSpPr/>
          <p:nvPr/>
        </p:nvGrpSpPr>
        <p:grpSpPr>
          <a:xfrm>
            <a:off x="4329610" y="414338"/>
            <a:ext cx="3262432" cy="1200149"/>
            <a:chOff x="-166189" y="428626"/>
            <a:chExt cx="3262432" cy="1200149"/>
          </a:xfrm>
        </p:grpSpPr>
        <p:pic>
          <p:nvPicPr>
            <p:cNvPr id="7" name="グラフィックス 6" descr="ドキュメント 単色塗りつぶし">
              <a:extLst>
                <a:ext uri="{FF2B5EF4-FFF2-40B4-BE49-F238E27FC236}">
                  <a16:creationId xmlns:a16="http://schemas.microsoft.com/office/drawing/2014/main" id="{291324D5-2636-E241-BD61-AB900C02A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201" y="428626"/>
              <a:ext cx="914400" cy="914400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F353DCE-9C9F-6B4D-BE01-237D7034FECD}"/>
                </a:ext>
              </a:extLst>
            </p:cNvPr>
            <p:cNvSpPr txBox="1"/>
            <p:nvPr/>
          </p:nvSpPr>
          <p:spPr>
            <a:xfrm>
              <a:off x="-166189" y="1290221"/>
              <a:ext cx="3262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/>
                <a:t>②コンパイルに通ったプログラム</a:t>
              </a: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2DC226C-A7A0-D04D-878C-C1E459B85366}"/>
              </a:ext>
            </a:extLst>
          </p:cNvPr>
          <p:cNvGrpSpPr/>
          <p:nvPr/>
        </p:nvGrpSpPr>
        <p:grpSpPr>
          <a:xfrm>
            <a:off x="7483655" y="400050"/>
            <a:ext cx="2852063" cy="1252954"/>
            <a:chOff x="-45949" y="414338"/>
            <a:chExt cx="2852063" cy="1252954"/>
          </a:xfrm>
        </p:grpSpPr>
        <p:pic>
          <p:nvPicPr>
            <p:cNvPr id="10" name="グラフィックス 9" descr="ドキュメント 単色塗りつぶし">
              <a:extLst>
                <a:ext uri="{FF2B5EF4-FFF2-40B4-BE49-F238E27FC236}">
                  <a16:creationId xmlns:a16="http://schemas.microsoft.com/office/drawing/2014/main" id="{C8FEB74D-97AE-3F43-AEA8-C8D3E092E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290" y="414338"/>
              <a:ext cx="914400" cy="914400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BDBB047-6B3A-DE4D-ACD2-20128987DC9A}"/>
                </a:ext>
              </a:extLst>
            </p:cNvPr>
            <p:cNvSpPr txBox="1"/>
            <p:nvPr/>
          </p:nvSpPr>
          <p:spPr>
            <a:xfrm>
              <a:off x="-45949" y="1328738"/>
              <a:ext cx="28520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/>
                <a:t>③テストにとおるプログラム</a:t>
              </a:r>
            </a:p>
          </p:txBody>
        </p:sp>
      </p:grp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31B0B55-5B6D-0745-8168-C26210B917F9}"/>
              </a:ext>
            </a:extLst>
          </p:cNvPr>
          <p:cNvCxnSpPr/>
          <p:nvPr/>
        </p:nvCxnSpPr>
        <p:spPr>
          <a:xfrm>
            <a:off x="2252661" y="1914525"/>
            <a:ext cx="7362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4188675-6538-3F43-B211-9EC0039FB3EC}"/>
              </a:ext>
            </a:extLst>
          </p:cNvPr>
          <p:cNvSpPr txBox="1"/>
          <p:nvPr/>
        </p:nvSpPr>
        <p:spPr>
          <a:xfrm>
            <a:off x="4692705" y="1878537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/>
              <a:t>時系列に沿って整理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6E4E0AC-87E8-E842-918A-607D337703FD}"/>
              </a:ext>
            </a:extLst>
          </p:cNvPr>
          <p:cNvGrpSpPr/>
          <p:nvPr/>
        </p:nvGrpSpPr>
        <p:grpSpPr>
          <a:xfrm>
            <a:off x="4692705" y="4767263"/>
            <a:ext cx="2852063" cy="1252954"/>
            <a:chOff x="203486" y="428626"/>
            <a:chExt cx="2852063" cy="1252954"/>
          </a:xfrm>
        </p:grpSpPr>
        <p:pic>
          <p:nvPicPr>
            <p:cNvPr id="16" name="グラフィックス 15" descr="ドキュメント 単色塗りつぶし">
              <a:extLst>
                <a:ext uri="{FF2B5EF4-FFF2-40B4-BE49-F238E27FC236}">
                  <a16:creationId xmlns:a16="http://schemas.microsoft.com/office/drawing/2014/main" id="{7322D5CE-37FC-1348-90C0-F4D2418C4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201" y="428626"/>
              <a:ext cx="914400" cy="914400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D946BEE-87A7-FF41-AA32-78B207BB1348}"/>
                </a:ext>
              </a:extLst>
            </p:cNvPr>
            <p:cNvSpPr txBox="1"/>
            <p:nvPr/>
          </p:nvSpPr>
          <p:spPr>
            <a:xfrm>
              <a:off x="203486" y="1343026"/>
              <a:ext cx="28520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/>
                <a:t>④文法エラー修正</a:t>
              </a:r>
              <a:r>
                <a:rPr kumimoji="1" lang="ja-JP" altLang="en-US" sz="1600" b="1"/>
                <a:t>プログラム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08C1874-EE81-BD4F-9BFA-A97E0E7BF7A9}"/>
              </a:ext>
            </a:extLst>
          </p:cNvPr>
          <p:cNvGrpSpPr/>
          <p:nvPr/>
        </p:nvGrpSpPr>
        <p:grpSpPr>
          <a:xfrm>
            <a:off x="7923679" y="4752975"/>
            <a:ext cx="1943161" cy="1277229"/>
            <a:chOff x="393619" y="414338"/>
            <a:chExt cx="1943161" cy="1277229"/>
          </a:xfrm>
        </p:grpSpPr>
        <p:pic>
          <p:nvPicPr>
            <p:cNvPr id="19" name="グラフィックス 18" descr="ドキュメント 単色塗りつぶし">
              <a:extLst>
                <a:ext uri="{FF2B5EF4-FFF2-40B4-BE49-F238E27FC236}">
                  <a16:creationId xmlns:a16="http://schemas.microsoft.com/office/drawing/2014/main" id="{DC92F95E-8D7E-994C-BE3A-DB3CCD792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290" y="414338"/>
              <a:ext cx="914400" cy="9144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E6EC2D1-9489-C145-8797-A0FF7595BBE7}"/>
                </a:ext>
              </a:extLst>
            </p:cNvPr>
            <p:cNvSpPr txBox="1"/>
            <p:nvPr/>
          </p:nvSpPr>
          <p:spPr>
            <a:xfrm>
              <a:off x="393619" y="1353013"/>
              <a:ext cx="19431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/>
                <a:t>⑥修正プログラム</a:t>
              </a:r>
              <a:r>
                <a:rPr lang="en-US" altLang="ja-JP" sz="1600" b="1"/>
                <a:t>2</a:t>
              </a:r>
              <a:endParaRPr kumimoji="1" lang="ja-JP" altLang="en-US" sz="1600" b="1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077392F-297F-5148-98EE-2C84527A76D5}"/>
              </a:ext>
            </a:extLst>
          </p:cNvPr>
          <p:cNvGrpSpPr/>
          <p:nvPr/>
        </p:nvGrpSpPr>
        <p:grpSpPr>
          <a:xfrm>
            <a:off x="7988486" y="2745745"/>
            <a:ext cx="1943161" cy="1265136"/>
            <a:chOff x="415564" y="414338"/>
            <a:chExt cx="1943161" cy="1265136"/>
          </a:xfrm>
        </p:grpSpPr>
        <p:pic>
          <p:nvPicPr>
            <p:cNvPr id="22" name="グラフィックス 21" descr="ドキュメント 単色塗りつぶし">
              <a:extLst>
                <a:ext uri="{FF2B5EF4-FFF2-40B4-BE49-F238E27FC236}">
                  <a16:creationId xmlns:a16="http://schemas.microsoft.com/office/drawing/2014/main" id="{1C7B0473-1DFA-9240-8E30-445A42DC6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290" y="414338"/>
              <a:ext cx="914400" cy="914400"/>
            </a:xfrm>
            <a:prstGeom prst="rect">
              <a:avLst/>
            </a:prstGeom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8950F90-8C23-B843-B73C-7CB2B593E39C}"/>
                </a:ext>
              </a:extLst>
            </p:cNvPr>
            <p:cNvSpPr txBox="1"/>
            <p:nvPr/>
          </p:nvSpPr>
          <p:spPr>
            <a:xfrm>
              <a:off x="415564" y="1340920"/>
              <a:ext cx="19431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b="1"/>
                <a:t>⑤修正プログラム</a:t>
              </a:r>
              <a:r>
                <a:rPr lang="en-US" altLang="ja-JP" sz="1600" b="1" dirty="0"/>
                <a:t>1</a:t>
              </a:r>
              <a:endParaRPr kumimoji="1" lang="ja-JP" altLang="en-US" sz="1600" b="1"/>
            </a:p>
          </p:txBody>
        </p:sp>
      </p:grpSp>
      <p:sp>
        <p:nvSpPr>
          <p:cNvPr id="24" name="右矢印 23">
            <a:extLst>
              <a:ext uri="{FF2B5EF4-FFF2-40B4-BE49-F238E27FC236}">
                <a16:creationId xmlns:a16="http://schemas.microsoft.com/office/drawing/2014/main" id="{B07091AB-06FE-EC43-B23C-D15D031931F9}"/>
              </a:ext>
            </a:extLst>
          </p:cNvPr>
          <p:cNvSpPr/>
          <p:nvPr/>
        </p:nvSpPr>
        <p:spPr>
          <a:xfrm rot="2826183">
            <a:off x="7133642" y="2386354"/>
            <a:ext cx="1104759" cy="427675"/>
          </a:xfrm>
          <a:prstGeom prst="rightArrow">
            <a:avLst>
              <a:gd name="adj1" fmla="val 34218"/>
              <a:gd name="adj2" fmla="val 675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id="{EB89D851-EE5D-E940-BDB1-10CD492BF32B}"/>
              </a:ext>
            </a:extLst>
          </p:cNvPr>
          <p:cNvSpPr/>
          <p:nvPr/>
        </p:nvSpPr>
        <p:spPr>
          <a:xfrm>
            <a:off x="7043830" y="5010625"/>
            <a:ext cx="1104759" cy="427675"/>
          </a:xfrm>
          <a:prstGeom prst="rightArrow">
            <a:avLst>
              <a:gd name="adj1" fmla="val 34218"/>
              <a:gd name="adj2" fmla="val 675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A007078-5359-994F-A1D1-4FD590CBA01C}"/>
              </a:ext>
            </a:extLst>
          </p:cNvPr>
          <p:cNvSpPr txBox="1"/>
          <p:nvPr/>
        </p:nvSpPr>
        <p:spPr>
          <a:xfrm>
            <a:off x="6612904" y="3372306"/>
            <a:ext cx="15600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APR for </a:t>
            </a:r>
          </a:p>
          <a:p>
            <a:r>
              <a:rPr kumimoji="1" lang="en-US" altLang="ja-JP" sz="2000" b="1" dirty="0"/>
              <a:t>semantic</a:t>
            </a:r>
          </a:p>
          <a:p>
            <a:r>
              <a:rPr lang="en-US" altLang="ja-JP" sz="2000" b="1" dirty="0"/>
              <a:t>e</a:t>
            </a:r>
            <a:r>
              <a:rPr kumimoji="1" lang="en-US" altLang="ja-JP" sz="2000" b="1" dirty="0"/>
              <a:t>rror</a:t>
            </a:r>
            <a:r>
              <a:rPr kumimoji="1" lang="ja-JP" altLang="en-US" sz="2000" b="1"/>
              <a:t>で修正</a:t>
            </a:r>
          </a:p>
        </p:txBody>
      </p:sp>
      <p:sp>
        <p:nvSpPr>
          <p:cNvPr id="29" name="右矢印 28">
            <a:extLst>
              <a:ext uri="{FF2B5EF4-FFF2-40B4-BE49-F238E27FC236}">
                <a16:creationId xmlns:a16="http://schemas.microsoft.com/office/drawing/2014/main" id="{03D45618-D0E3-F844-A499-4D848C4D2F8E}"/>
              </a:ext>
            </a:extLst>
          </p:cNvPr>
          <p:cNvSpPr/>
          <p:nvPr/>
        </p:nvSpPr>
        <p:spPr>
          <a:xfrm rot="2826183">
            <a:off x="2867827" y="3147571"/>
            <a:ext cx="3104812" cy="427675"/>
          </a:xfrm>
          <a:prstGeom prst="rightArrow">
            <a:avLst>
              <a:gd name="adj1" fmla="val 34218"/>
              <a:gd name="adj2" fmla="val 675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7BE9EEF-C33E-3944-8391-B6F1D1116CE9}"/>
              </a:ext>
            </a:extLst>
          </p:cNvPr>
          <p:cNvSpPr txBox="1"/>
          <p:nvPr/>
        </p:nvSpPr>
        <p:spPr>
          <a:xfrm>
            <a:off x="3119458" y="3462664"/>
            <a:ext cx="1710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APR for </a:t>
            </a:r>
          </a:p>
          <a:p>
            <a:r>
              <a:rPr lang="en-US" altLang="ja-JP" sz="2000" b="1" dirty="0"/>
              <a:t>Syntax error</a:t>
            </a:r>
          </a:p>
          <a:p>
            <a:r>
              <a:rPr kumimoji="1" lang="ja-JP" altLang="en-US" sz="2000" b="1"/>
              <a:t>で修正</a:t>
            </a:r>
          </a:p>
        </p:txBody>
      </p:sp>
    </p:spTree>
    <p:extLst>
      <p:ext uri="{BB962C8B-B14F-4D97-AF65-F5344CB8AC3E}">
        <p14:creationId xmlns:p14="http://schemas.microsoft.com/office/powerpoint/2010/main" val="261504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</Words>
  <Application>Microsoft Macintosh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松尾 春紀</dc:creator>
  <cp:lastModifiedBy>松尾 春紀</cp:lastModifiedBy>
  <cp:revision>5</cp:revision>
  <dcterms:created xsi:type="dcterms:W3CDTF">2021-05-11T04:30:47Z</dcterms:created>
  <dcterms:modified xsi:type="dcterms:W3CDTF">2021-05-11T05:11:22Z</dcterms:modified>
</cp:coreProperties>
</file>